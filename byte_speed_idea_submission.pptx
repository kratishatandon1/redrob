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7337A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2733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RUNS — TRACK 01: DATA &amp; AI CHALLENGE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Candidate Discovery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Ranking Engine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rule-based, fully explainable ranking pipeline for sourcing Senior AI Engineers — built for zero-GPU, zero-network, CPU-only evaluation at 100K-candidate scale.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27337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4572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457200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byte_speed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5074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Name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507492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Kratisha Tandon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5577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55778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Candidate Discovery &amp; Ranking — Track 01, Data &amp; AI Challenge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your proposed solution?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self-contained, deterministic ranking pipeline (rank.py) that ingests all 100,000 candidate profiles, screens out synthetic "honeypot" contradictions, and scores survivors on JD-relevance, verified skill evidence, and platform behavioral signals.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ranked top-100 list with a per-candidate, fact-grounded reasoning sentence — runs in ~2.5 minutes on CPU with no GPU and no network access.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 Streamlit sandbox (deployed on Hugging Face Spaces via Docker) lets reviewers run the same logic interactively on a sample or custom dataset.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EEF1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645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differentiates this from traditional candidate matching?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37960" y="228600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Verifies, not just counts, skills — a claimed skill only scores fully if it's corroborated in the candidate's actual career-history narrative text.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self-reported proficiency against the candidate's own platform skill-assessment scores to catch keyword inflation.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detects and penalizes JD-specific traps: "framework enthusiasts" (LLM buzzwords with no pre-LLM ML foundation) and "closed-source veterans" (senior but zero external validation).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behavioral signals (notice period, responsiveness, recency, geography) as multiplicative modifiers on technical fit — not blunt pass/fail filters.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byte_speed  |  Intelligent Candidate Discovery &amp; Ranking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00232" y="6400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JD Understanding &amp; Candidate Evaluation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JD Requirements Extracted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5–9 yrs experience (soft band, not a hard cutoff)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RAG / vector search / ranking / retrieval evaluation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PyTorch, ML fundamentals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Noida/Pune/NCR preferred; relocation-flexible accepted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Systems-builder profile over pure researcher or people-manager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1488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Important Candidate Signals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288036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skill-to-narrative match (not just listed skills)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period, responsiveness, recency of activity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saves &amp; search appearances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external validation for senior, closed-source profiles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skill-assessment scores vs. self-claims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137160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03920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0" y="21488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Keyword Matching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03920" y="288036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parsing of career descriptions for search/retrieval/ranking/eval terms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skill weighting (core IR/ranking &gt; ML foundations &gt; general engineering)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Consulting-only, CV-without-NLP, and pure-academic profiles are screened structurally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multipliers layered on top of technical fit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byte_speed  |  Intelligent Candidate Discovery &amp; Ranking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0232" y="6400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EEF1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508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all 100,000 profiles from candidates.jsonl; screen each through a 9-check honeypot detector before scoring.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37160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EEF1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7720" y="1508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617720" y="2148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25603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base score: experience-fit curve, title/headline JD-similarity, tiered verified-skill weighting, product-company bonus, plain-language description relevance, execution/scale bonus, GitHub &amp; assessment bonuses.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0" y="137160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EEF1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58200" y="1508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458200" y="2148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58200" y="25603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Multiplicative behavioral layer: notice period, geographic fit, activity recency, recruiter response rate, availability, interview completion — then trap and skill-gaming penalties are applied last.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Models, Algorithms &amp; Heuristics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84632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rule-based, not a black-box model — every point on the score is traceable to a specific JD requirement or signal.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similarity for title/skill matching combines exact word-boundary match, Jaccard overlap, and character-trigram fallback for typo tolerance.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ranking: sort by score descending, ties broken by candidate_id ascending — matching the exact tie-break rule in the challenge spec.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byte_speed  |  Intelligent Candidate Discovery &amp; Ranking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0232" y="6400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&amp; Data Validation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459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Decisions Are Explained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30632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ranked candidate gets a natural-language reasoning string built from the same fields used in scoring.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scales with relative score tier (strong / moderate / weak) — not a fixed rank cutoff.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names verified skills, logistics constraints, and platform engagement.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89120" y="137160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63440" y="16459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Preventing Hallucinated Justifications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63440" y="2423160"/>
            <a:ext cx="30632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text only inserts values read directly from the candidate JSON (name, title, company, years, verified skills, notice period, response rate).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free-form generation — nothing is asserted that isn't literally present in the candidate's own data.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claims are only cited as "verified" if corroborated in career-history text.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0" y="137160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03920" y="16459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Suspicious Profiles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03920" y="2423160"/>
            <a:ext cx="30632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9-point honeypot screen runs before any candidate is scored: zero-duration expert skills, job-duration inflation, education/work timeline contradictions.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founding-year and technology launch-year checks catch impossible tenure claims (e.g. 5 years of QLoRA before QLoRA existed).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proficiency is cross-checked against platform skill-assessment scores; mismatches are penalized, not hidden.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byte_speed  |  Intelligent Candidate Discovery &amp; Ranking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00232" y="6400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 from JD input to ranked, explained candidate output.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" y="2377440"/>
            <a:ext cx="1234440" cy="1280160"/>
          </a:xfrm>
          <a:prstGeom prst="roundRect">
            <a:avLst>
              <a:gd name="adj" fmla="val 5926"/>
            </a:avLst>
          </a:prstGeom>
          <a:solidFill>
            <a:srgbClr val="EEF1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" y="237744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(fixed input)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71016" y="2377440"/>
            <a:ext cx="320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91056" y="2377440"/>
            <a:ext cx="1234440" cy="1280160"/>
          </a:xfrm>
          <a:prstGeom prst="roundRect">
            <a:avLst>
              <a:gd name="adj" fmla="val 5926"/>
            </a:avLst>
          </a:prstGeom>
          <a:solidFill>
            <a:srgbClr val="EEF1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36776" y="237744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100K profiles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25496" y="2377440"/>
            <a:ext cx="320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145536" y="2377440"/>
            <a:ext cx="1234440" cy="1280160"/>
          </a:xfrm>
          <a:prstGeom prst="roundRect">
            <a:avLst>
              <a:gd name="adj" fmla="val 5926"/>
            </a:avLst>
          </a:prstGeom>
          <a:solidFill>
            <a:srgbClr val="EEF1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91256" y="237744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screen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 checks)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79976" y="2377440"/>
            <a:ext cx="320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00016" y="2377440"/>
            <a:ext cx="1234440" cy="1280160"/>
          </a:xfrm>
          <a:prstGeom prst="roundRect">
            <a:avLst>
              <a:gd name="adj" fmla="val 5926"/>
            </a:avLst>
          </a:prstGeom>
          <a:solidFill>
            <a:srgbClr val="EEF1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45736" y="237744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eligibility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34456" y="2377440"/>
            <a:ext cx="320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54496" y="2377440"/>
            <a:ext cx="1234440" cy="1280160"/>
          </a:xfrm>
          <a:prstGeom prst="roundRect">
            <a:avLst>
              <a:gd name="adj" fmla="val 5926"/>
            </a:avLst>
          </a:prstGeom>
          <a:solidFill>
            <a:srgbClr val="EEF1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0216" y="237744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scoring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88936" y="2377440"/>
            <a:ext cx="320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808976" y="2377440"/>
            <a:ext cx="1234440" cy="1280160"/>
          </a:xfrm>
          <a:prstGeom prst="roundRect">
            <a:avLst>
              <a:gd name="adj" fmla="val 5926"/>
            </a:avLst>
          </a:prstGeom>
          <a:solidFill>
            <a:srgbClr val="EEF1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854696" y="237744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penalties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43416" y="2377440"/>
            <a:ext cx="320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363456" y="2377440"/>
            <a:ext cx="1234440" cy="1280160"/>
          </a:xfrm>
          <a:prstGeom prst="roundRect">
            <a:avLst>
              <a:gd name="adj" fmla="val 5926"/>
            </a:avLst>
          </a:prstGeom>
          <a:solidFill>
            <a:srgbClr val="EEF1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409176" y="237744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&amp; tie-break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97896" y="2377440"/>
            <a:ext cx="320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917936" y="2377440"/>
            <a:ext cx="1234440" cy="128016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963656" y="237744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export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29768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868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principle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48920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a pure function over the candidate record — no stage depends on external state, an API call, or a trained model, which is what keeps the full 100K-candidate run deterministic, reproducible, and compliant with the challenge's CPU-only / no-network constraint.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byte_speed  |  Intelligent Candidate Discovery &amp; Ranking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00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675120" cy="4846320"/>
          </a:xfrm>
          <a:prstGeom prst="roundRect">
            <a:avLst>
              <a:gd name="adj" fmla="val 1509"/>
            </a:avLst>
          </a:prstGeom>
          <a:solidFill>
            <a:srgbClr val="27337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002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Ranking Pipeline  (rank.py)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2176272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61872" y="21488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candidates.jsonl (100K records)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980944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80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61872" y="2953512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detect_honeypot() — 9 integrity checks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785616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61872" y="3758184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evaluate_candidate() — hard filters + tiered scoring + behavioral multipliers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4590288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590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61872" y="4562856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generate_reasoning() — templated, fact-grounded explanation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5394960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394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61872" y="536752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submission.csv / .xlsx — candidate_id, rank, score, reasoning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06640" y="1371600"/>
            <a:ext cx="4206240" cy="2331720"/>
          </a:xfrm>
          <a:prstGeom prst="roundRect">
            <a:avLst>
              <a:gd name="adj" fmla="val 3137"/>
            </a:avLst>
          </a:prstGeom>
          <a:solidFill>
            <a:srgbClr val="27337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2668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Sandbox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26680" y="201168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Streamlit UI, reuses rank.py directly (no duplicated logic)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— python:3.11-slim, exposes :8501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live on Hugging Face Spaces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406640" y="3886200"/>
            <a:ext cx="4206240" cy="2331720"/>
          </a:xfrm>
          <a:prstGeom prst="roundRect">
            <a:avLst>
              <a:gd name="adj" fmla="val 3137"/>
            </a:avLst>
          </a:prstGeom>
          <a:solidFill>
            <a:srgbClr val="27337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26680" y="4114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Constraints Met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26680" y="452628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standard library only — zero external deps in the ranker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GPU, no network calls during ranking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 min / &lt;200MB RAM for 100K candidates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byte_speed  |  Intelligent Candidate Discovery &amp; Ranking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00232" y="6400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Performance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EF1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6002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423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 in final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top-100 (down from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~48% in raw pool)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55848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EF1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55848" y="16002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~2.5 min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493008" y="2423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runtime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100,000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candidates, CPU-only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63056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EF1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63056" y="16002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&lt;200 MB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0216" y="2423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RAM footprint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full ranking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970264" y="14173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EF1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70264" y="16002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107424" y="2423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calls / network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made during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11064240" cy="2468880"/>
          </a:xfrm>
          <a:prstGeom prst="roundRect">
            <a:avLst>
              <a:gd name="adj" fmla="val 2963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Quality Insights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38912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separation between JD-aligned IR/ranking specialists and generalist backend/ML engineers — the top 15 candidates all carry verified RAG, vector-search, or learning-to-rank experience; scores decay smoothly rather than in sharp cliffs.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candidates (14+ years) are not automatically favored or excluded — the experience curve softly decays past 9 years, so only candidates whose other signals stay strong retain a competitive score, matching the JD's own "range, not requirement" framing.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reasoning string in the final CSV/XLSX passed the official validate_submission.py check: correct header, 100 unique ranks, non-increasing scores, candidate_id tie-break.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byte_speed  |  Intelligent Candidate Discovery &amp; Ranking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0232" y="6400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14173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3.11 (standard library only)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0" y="141732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ranking logic — json, re, csv, math, datetime, argparse. Chosen for zero-dependency reproducibility and to guarantee the CPU-only, &lt;5-minute runtime the challenge requires.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4688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+ pandas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0" y="246888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sandbox UI — lets a reviewer upload/select a candidate file and see the ranked top-100 and live screening stats without touching the command line.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3520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+ Hugging Face Spaces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0" y="352044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deployment (python:3.11-slim base) for the required live, hosted sandbox link — verifiable by anyone without local setup.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663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5720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&amp; Gemini (development aids)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0" y="457200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for architecture discussion and timeline/date-logic verification; Gemini for code optimization, debugging, and deck drafting. No candidate data was sent to any external API.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byte_speed  |  Intelligent Candidate Discovery &amp; Ranking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00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Assets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184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68680" y="1993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github.com/KratishaTandon1/redrob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206240" y="150876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— full source, README, and architecture notes.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8529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Sandbox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huggingface.co/spaces/kratisha1/redrob-candidate-ranker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06240" y="274320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on Hugging Face Spaces, verifiable by anyone.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0873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 Output File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4462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byte_speed_submission.xlsx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06240" y="397764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Top-100 candidates with candidate_id, rank, score, and reasoning — validated against the official checker.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2120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DEDE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53218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Demo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68680" y="56967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B54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LINK BEFORE SUBMITTING]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06240" y="521208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Screencast walking through JD input → ranked, explainable output.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byte_speed  |  Intelligent Candidate Discovery &amp; Ranking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00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7337A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2733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byte_speed — Intelligent Candidate Discovery &amp; Ranking Engine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8404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7337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Kratisha Tandon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38404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7337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Dived Mishra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0600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21040" y="38404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7337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4964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Lakshya Garg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49640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byte_speed  |  Intelligent Candidate Discovery &amp; Ranking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00232" y="6400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Candidate Discovery &amp; Ranking Engine</dc:title>
  <dc:subject>PptxGenJS Presentation</dc:subject>
  <dc:creator>byte_speed</dc:creator>
  <cp:lastModifiedBy>byte_speed</cp:lastModifiedBy>
  <cp:revision>1</cp:revision>
  <dcterms:created xsi:type="dcterms:W3CDTF">2026-07-02T10:45:46Z</dcterms:created>
  <dcterms:modified xsi:type="dcterms:W3CDTF">2026-07-02T10:45:46Z</dcterms:modified>
</cp:coreProperties>
</file>